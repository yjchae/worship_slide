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920" y="0"/>
            <a:ext cx="4877280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920" cy="6858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6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예배 슬라이드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448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C8ECEC"/>
                </a:solidFill>
                <a:latin typeface="Pretendard"/>
              </a:rPr>
              <a:t>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D8D8"/>
                </a:solidFill>
                <a:latin typeface="Pretendard"/>
              </a:rPr>
              <a:t>찬양 · 성경 슬라이드를 쉽고 빠르게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94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A0A0"/>
                </a:solidFill>
                <a:latin typeface="Pretendard"/>
              </a:rPr>
              <a:t>v1.0.12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이런 걸 할 수 있어요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60000"/>
            <a:ext cx="11473200" cy="4015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화면 구성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07999"/>
            <a:ext cx="11833200" cy="69308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57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4C5C"/>
                </a:solidFill>
                <a:latin typeface="Pretendard"/>
              </a:rPr>
              <a:t>① 선택한 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1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4C5C"/>
                </a:solidFill>
                <a:latin typeface="Pretendard"/>
              </a:rPr>
              <a:t>② 찬양 검색 / 성경 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576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4C5C"/>
                </a:solidFill>
                <a:latin typeface="Pretendard"/>
              </a:rPr>
              <a:t>③ PPTX 디자인 &amp; 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찬양 가져오기 — PPT 폴더 등록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73200" cy="478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92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065"/>
                </a:solidFill>
                <a:latin typeface="Pretendard"/>
              </a:rPr>
              <a:t>한 번 등록한 곡은 앱을 껐다 켜도 그대로 남아있어요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찬양 검색 &amp;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73200" cy="5840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선택한 순서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73200" cy="5840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디자인 설정 &amp; PPTX 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73200" cy="573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화면 발표 모드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73200" cy="5354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성경 본문 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4600" y="1080000"/>
            <a:ext cx="2700000" cy="4320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2600" y="1188000"/>
            <a:ext cx="720000" cy="251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43642"/>
                </a:solidFill>
                <a:latin typeface="Pretendard"/>
              </a:rP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600" y="1512000"/>
            <a:ext cx="248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성경 데이터 불러오기
(최초 1회)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600" y="2340000"/>
            <a:ext cx="248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CEC"/>
                </a:solidFill>
                <a:latin typeface="Pretendard"/>
              </a:rPr>
              <a:t>상단 [성경 불러오기] 버튼 클릭
→ JSON 파일 선택 → 버전명 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2600" y="1080000"/>
            <a:ext cx="2700000" cy="4320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0600" y="1188000"/>
            <a:ext cx="720000" cy="251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4C5C"/>
                </a:solidFill>
                <a:latin typeface="Pretendard"/>
              </a:rP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0600" y="1512000"/>
            <a:ext cx="248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성경 본문 탭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600" y="2340000"/>
            <a:ext cx="248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CEC"/>
                </a:solidFill>
                <a:latin typeface="Pretendard"/>
              </a:rPr>
              <a:t>검색 패널 상단 탭에서
[성경 본문] 탭 선택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600" y="1080000"/>
            <a:ext cx="2700000" cy="4320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8600" y="1188000"/>
            <a:ext cx="720000" cy="251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8B8D"/>
                </a:solidFill>
                <a:latin typeface="Pretendard"/>
              </a:rPr>
              <a:t>3단계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8600" y="1512000"/>
            <a:ext cx="248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책 · 장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8600" y="2340000"/>
            <a:ext cx="248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CEC"/>
                </a:solidFill>
                <a:latin typeface="Pretendard"/>
              </a:rPr>
              <a:t>드롭다운에서 책과 장을 선택하면
절 목록이 표시됩니다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8600" y="1080000"/>
            <a:ext cx="2700000" cy="4320000"/>
          </a:xfrm>
          <a:prstGeom prst="rect">
            <a:avLst/>
          </a:prstGeom>
          <a:solidFill>
            <a:srgbClr val="129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6600" y="1188000"/>
            <a:ext cx="720000" cy="251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29674"/>
                </a:solidFill>
                <a:latin typeface="Pretendard"/>
              </a:rPr>
              <a:t>4단계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600" y="1512000"/>
            <a:ext cx="248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[+ 추가] 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600" y="2340000"/>
            <a:ext cx="248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CEC"/>
                </a:solidFill>
                <a:latin typeface="Pretendard"/>
              </a:rPr>
              <a:t>원하는 절 오른쪽의 [+ 추가] 버튼을
누르면 선택 순서에 추가됩니다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자주 묻는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432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73200" cy="5545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920" y="0"/>
            <a:ext cx="4877280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준비 완료!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2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ECEC"/>
                </a:solidFill>
                <a:latin typeface="Pretendard"/>
              </a:rPr>
              <a:t>예배를 풍성하게 준비하세요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A8A8"/>
                </a:solidFill>
                <a:latin typeface="Pretendard"/>
              </a:rPr>
              <a:t>문의 및 최신 버전  →  github.com/yjchae/make_ppt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